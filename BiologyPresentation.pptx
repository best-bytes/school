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9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svg" /><Relationship Id="rId1" Type="http://schemas.openxmlformats.org/officeDocument/2006/relationships/image" Target="../media/image2.png" /><Relationship Id="rId4" Type="http://schemas.openxmlformats.org/officeDocument/2006/relationships/image" Target="../media/image5.svg" 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svg" /><Relationship Id="rId1" Type="http://schemas.openxmlformats.org/officeDocument/2006/relationships/image" Target="../media/image2.png" /><Relationship Id="rId4" Type="http://schemas.openxmlformats.org/officeDocument/2006/relationships/image" Target="../media/image5.svg" 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svg" /><Relationship Id="rId1" Type="http://schemas.openxmlformats.org/officeDocument/2006/relationships/image" Target="../media/image2.png" /><Relationship Id="rId4" Type="http://schemas.openxmlformats.org/officeDocument/2006/relationships/image" Target="../media/image5.svg" 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svg" /><Relationship Id="rId1" Type="http://schemas.openxmlformats.org/officeDocument/2006/relationships/image" Target="../media/image2.png" /><Relationship Id="rId4" Type="http://schemas.openxmlformats.org/officeDocument/2006/relationships/image" Target="../media/image5.sv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61EA68-C836-4E1A-A014-07DF739BF1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52AD5A-FD1C-4BF0-809C-D831A4389AAD}">
      <dgm:prSet/>
      <dgm:spPr/>
      <dgm:t>
        <a:bodyPr/>
        <a:lstStyle/>
        <a:p>
          <a:r>
            <a:rPr lang="en-US" b="1"/>
            <a:t>This is a solution that has a lower concentration of solutes compared to the surrounding medium (e.g., a cell).</a:t>
          </a:r>
        </a:p>
      </dgm:t>
    </dgm:pt>
    <dgm:pt modelId="{5D9735F1-07DB-443E-A11F-49C6ECB25394}" type="parTrans" cxnId="{67F81D70-8776-4C6D-8181-70DE49ED36B4}">
      <dgm:prSet/>
      <dgm:spPr/>
      <dgm:t>
        <a:bodyPr/>
        <a:lstStyle/>
        <a:p>
          <a:endParaRPr lang="en-US"/>
        </a:p>
      </dgm:t>
    </dgm:pt>
    <dgm:pt modelId="{E70095B4-1DDB-4EA1-8067-94C57153101F}" type="sibTrans" cxnId="{67F81D70-8776-4C6D-8181-70DE49ED36B4}">
      <dgm:prSet/>
      <dgm:spPr/>
      <dgm:t>
        <a:bodyPr/>
        <a:lstStyle/>
        <a:p>
          <a:endParaRPr lang="en-US"/>
        </a:p>
      </dgm:t>
    </dgm:pt>
    <dgm:pt modelId="{CBE0AC22-BF3F-47F6-AE7F-3DD373690F0E}">
      <dgm:prSet/>
      <dgm:spPr/>
      <dgm:t>
        <a:bodyPr/>
        <a:lstStyle/>
        <a:p>
          <a:r>
            <a:rPr lang="en-US" b="1"/>
            <a:t>​Solute Concentration: Lower outside the cell than inside.</a:t>
          </a:r>
        </a:p>
      </dgm:t>
    </dgm:pt>
    <dgm:pt modelId="{5B88DB18-D659-43D1-A145-9023C5CFB398}" type="parTrans" cxnId="{12DAE33F-7169-4E90-9C8C-4BCB1E1F82F9}">
      <dgm:prSet/>
      <dgm:spPr/>
      <dgm:t>
        <a:bodyPr/>
        <a:lstStyle/>
        <a:p>
          <a:endParaRPr lang="en-US"/>
        </a:p>
      </dgm:t>
    </dgm:pt>
    <dgm:pt modelId="{0C6E7E06-4A1A-420A-B7DB-477F354D0210}" type="sibTrans" cxnId="{12DAE33F-7169-4E90-9C8C-4BCB1E1F82F9}">
      <dgm:prSet/>
      <dgm:spPr/>
      <dgm:t>
        <a:bodyPr/>
        <a:lstStyle/>
        <a:p>
          <a:endParaRPr lang="en-US"/>
        </a:p>
      </dgm:t>
    </dgm:pt>
    <dgm:pt modelId="{079A0E2B-8FC8-4005-984A-2FFF8CAA3071}" type="pres">
      <dgm:prSet presAssocID="{BE61EA68-C836-4E1A-A014-07DF739BF1C0}" presName="root" presStyleCnt="0">
        <dgm:presLayoutVars>
          <dgm:dir/>
          <dgm:resizeHandles val="exact"/>
        </dgm:presLayoutVars>
      </dgm:prSet>
      <dgm:spPr/>
    </dgm:pt>
    <dgm:pt modelId="{41C4F7CF-5FD0-440E-9E95-59BAE6D199A7}" type="pres">
      <dgm:prSet presAssocID="{B252AD5A-FD1C-4BF0-809C-D831A4389AAD}" presName="compNode" presStyleCnt="0"/>
      <dgm:spPr/>
    </dgm:pt>
    <dgm:pt modelId="{81A91EC2-135B-47AC-A4E6-D990C86EAAB6}" type="pres">
      <dgm:prSet presAssocID="{B252AD5A-FD1C-4BF0-809C-D831A4389AAD}" presName="bgRect" presStyleLbl="bgShp" presStyleIdx="0" presStyleCnt="2"/>
      <dgm:spPr/>
    </dgm:pt>
    <dgm:pt modelId="{28C0FD80-C846-4088-B834-704D9DBAFA65}" type="pres">
      <dgm:prSet presAssocID="{B252AD5A-FD1C-4BF0-809C-D831A4389A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84829517-D686-4FE8-9801-14B4B7282086}" type="pres">
      <dgm:prSet presAssocID="{B252AD5A-FD1C-4BF0-809C-D831A4389AAD}" presName="spaceRect" presStyleCnt="0"/>
      <dgm:spPr/>
    </dgm:pt>
    <dgm:pt modelId="{35B7264A-15C5-4340-A12F-DF219B010A7F}" type="pres">
      <dgm:prSet presAssocID="{B252AD5A-FD1C-4BF0-809C-D831A4389AAD}" presName="parTx" presStyleLbl="revTx" presStyleIdx="0" presStyleCnt="2">
        <dgm:presLayoutVars>
          <dgm:chMax val="0"/>
          <dgm:chPref val="0"/>
        </dgm:presLayoutVars>
      </dgm:prSet>
      <dgm:spPr/>
    </dgm:pt>
    <dgm:pt modelId="{FBA72CAF-6DFB-4456-831D-7398120A3C11}" type="pres">
      <dgm:prSet presAssocID="{E70095B4-1DDB-4EA1-8067-94C57153101F}" presName="sibTrans" presStyleCnt="0"/>
      <dgm:spPr/>
    </dgm:pt>
    <dgm:pt modelId="{CEEC4F0C-215D-411E-8C5E-2DDFBA93C366}" type="pres">
      <dgm:prSet presAssocID="{CBE0AC22-BF3F-47F6-AE7F-3DD373690F0E}" presName="compNode" presStyleCnt="0"/>
      <dgm:spPr/>
    </dgm:pt>
    <dgm:pt modelId="{F744FF24-75C0-4BB4-AEA0-8A2FA23EC578}" type="pres">
      <dgm:prSet presAssocID="{CBE0AC22-BF3F-47F6-AE7F-3DD373690F0E}" presName="bgRect" presStyleLbl="bgShp" presStyleIdx="1" presStyleCnt="2"/>
      <dgm:spPr/>
    </dgm:pt>
    <dgm:pt modelId="{FD51EFB7-6957-4245-9DD4-338169EF05EE}" type="pres">
      <dgm:prSet presAssocID="{CBE0AC22-BF3F-47F6-AE7F-3DD373690F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1FF04EA-6DF8-4B87-A576-98DDEBF83AA1}" type="pres">
      <dgm:prSet presAssocID="{CBE0AC22-BF3F-47F6-AE7F-3DD373690F0E}" presName="spaceRect" presStyleCnt="0"/>
      <dgm:spPr/>
    </dgm:pt>
    <dgm:pt modelId="{64026B51-48C8-47CD-9D03-EE1094B4ADE6}" type="pres">
      <dgm:prSet presAssocID="{CBE0AC22-BF3F-47F6-AE7F-3DD373690F0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B72A615-BE29-4286-B97F-543377AE6CB5}" type="presOf" srcId="{CBE0AC22-BF3F-47F6-AE7F-3DD373690F0E}" destId="{64026B51-48C8-47CD-9D03-EE1094B4ADE6}" srcOrd="0" destOrd="0" presId="urn:microsoft.com/office/officeart/2018/2/layout/IconVerticalSolidList"/>
    <dgm:cxn modelId="{12DAE33F-7169-4E90-9C8C-4BCB1E1F82F9}" srcId="{BE61EA68-C836-4E1A-A014-07DF739BF1C0}" destId="{CBE0AC22-BF3F-47F6-AE7F-3DD373690F0E}" srcOrd="1" destOrd="0" parTransId="{5B88DB18-D659-43D1-A145-9023C5CFB398}" sibTransId="{0C6E7E06-4A1A-420A-B7DB-477F354D0210}"/>
    <dgm:cxn modelId="{D4E44669-3D22-4E54-A15E-8B613A9BD690}" type="presOf" srcId="{B252AD5A-FD1C-4BF0-809C-D831A4389AAD}" destId="{35B7264A-15C5-4340-A12F-DF219B010A7F}" srcOrd="0" destOrd="0" presId="urn:microsoft.com/office/officeart/2018/2/layout/IconVerticalSolidList"/>
    <dgm:cxn modelId="{67F81D70-8776-4C6D-8181-70DE49ED36B4}" srcId="{BE61EA68-C836-4E1A-A014-07DF739BF1C0}" destId="{B252AD5A-FD1C-4BF0-809C-D831A4389AAD}" srcOrd="0" destOrd="0" parTransId="{5D9735F1-07DB-443E-A11F-49C6ECB25394}" sibTransId="{E70095B4-1DDB-4EA1-8067-94C57153101F}"/>
    <dgm:cxn modelId="{A925BDAF-2D16-44F1-A33B-F1B4308DF433}" type="presOf" srcId="{BE61EA68-C836-4E1A-A014-07DF739BF1C0}" destId="{079A0E2B-8FC8-4005-984A-2FFF8CAA3071}" srcOrd="0" destOrd="0" presId="urn:microsoft.com/office/officeart/2018/2/layout/IconVerticalSolidList"/>
    <dgm:cxn modelId="{EE743996-7FE3-40D7-B11B-94F81B76B95F}" type="presParOf" srcId="{079A0E2B-8FC8-4005-984A-2FFF8CAA3071}" destId="{41C4F7CF-5FD0-440E-9E95-59BAE6D199A7}" srcOrd="0" destOrd="0" presId="urn:microsoft.com/office/officeart/2018/2/layout/IconVerticalSolidList"/>
    <dgm:cxn modelId="{24606326-C124-4368-B734-34A76E83BF27}" type="presParOf" srcId="{41C4F7CF-5FD0-440E-9E95-59BAE6D199A7}" destId="{81A91EC2-135B-47AC-A4E6-D990C86EAAB6}" srcOrd="0" destOrd="0" presId="urn:microsoft.com/office/officeart/2018/2/layout/IconVerticalSolidList"/>
    <dgm:cxn modelId="{C762485A-8F93-49AE-885D-98769D7D7970}" type="presParOf" srcId="{41C4F7CF-5FD0-440E-9E95-59BAE6D199A7}" destId="{28C0FD80-C846-4088-B834-704D9DBAFA65}" srcOrd="1" destOrd="0" presId="urn:microsoft.com/office/officeart/2018/2/layout/IconVerticalSolidList"/>
    <dgm:cxn modelId="{06807E84-88EF-49A0-9932-92CCC4FBD31F}" type="presParOf" srcId="{41C4F7CF-5FD0-440E-9E95-59BAE6D199A7}" destId="{84829517-D686-4FE8-9801-14B4B7282086}" srcOrd="2" destOrd="0" presId="urn:microsoft.com/office/officeart/2018/2/layout/IconVerticalSolidList"/>
    <dgm:cxn modelId="{A33B1227-53BF-46F8-AC0A-FA5944111776}" type="presParOf" srcId="{41C4F7CF-5FD0-440E-9E95-59BAE6D199A7}" destId="{35B7264A-15C5-4340-A12F-DF219B010A7F}" srcOrd="3" destOrd="0" presId="urn:microsoft.com/office/officeart/2018/2/layout/IconVerticalSolidList"/>
    <dgm:cxn modelId="{DF995612-FD68-4C0E-B750-A8DB797857FA}" type="presParOf" srcId="{079A0E2B-8FC8-4005-984A-2FFF8CAA3071}" destId="{FBA72CAF-6DFB-4456-831D-7398120A3C11}" srcOrd="1" destOrd="0" presId="urn:microsoft.com/office/officeart/2018/2/layout/IconVerticalSolidList"/>
    <dgm:cxn modelId="{6D296A28-0478-4208-9B72-8104E0CE85FC}" type="presParOf" srcId="{079A0E2B-8FC8-4005-984A-2FFF8CAA3071}" destId="{CEEC4F0C-215D-411E-8C5E-2DDFBA93C366}" srcOrd="2" destOrd="0" presId="urn:microsoft.com/office/officeart/2018/2/layout/IconVerticalSolidList"/>
    <dgm:cxn modelId="{B7C37663-D46F-4678-BBA2-22F750EC7443}" type="presParOf" srcId="{CEEC4F0C-215D-411E-8C5E-2DDFBA93C366}" destId="{F744FF24-75C0-4BB4-AEA0-8A2FA23EC578}" srcOrd="0" destOrd="0" presId="urn:microsoft.com/office/officeart/2018/2/layout/IconVerticalSolidList"/>
    <dgm:cxn modelId="{AF7885FF-71CB-43C6-8AA4-29594BCD92DB}" type="presParOf" srcId="{CEEC4F0C-215D-411E-8C5E-2DDFBA93C366}" destId="{FD51EFB7-6957-4245-9DD4-338169EF05EE}" srcOrd="1" destOrd="0" presId="urn:microsoft.com/office/officeart/2018/2/layout/IconVerticalSolidList"/>
    <dgm:cxn modelId="{4AD1B912-F836-4D57-B44D-6B69077F5E64}" type="presParOf" srcId="{CEEC4F0C-215D-411E-8C5E-2DDFBA93C366}" destId="{E1FF04EA-6DF8-4B87-A576-98DDEBF83AA1}" srcOrd="2" destOrd="0" presId="urn:microsoft.com/office/officeart/2018/2/layout/IconVerticalSolidList"/>
    <dgm:cxn modelId="{D1DD53A6-0E27-4E2A-AD17-B2502D8D26E8}" type="presParOf" srcId="{CEEC4F0C-215D-411E-8C5E-2DDFBA93C366}" destId="{64026B51-48C8-47CD-9D03-EE1094B4AD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CA87F6-8C3B-4895-BFC3-F85841EA47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D62C39-7AC6-441E-9FDD-94BFFBCC5653}">
      <dgm:prSet/>
      <dgm:spPr/>
      <dgm:t>
        <a:bodyPr/>
        <a:lstStyle/>
        <a:p>
          <a:r>
            <a:rPr lang="en-US" b="1"/>
            <a:t>This is a solution that has an equal concentration of solutes compared to the surrounding medium (e.g., a cell).</a:t>
          </a:r>
        </a:p>
      </dgm:t>
    </dgm:pt>
    <dgm:pt modelId="{A417CA61-E9A5-4AE8-B353-0008B444B7D4}" type="parTrans" cxnId="{2BA02C63-4567-4142-B639-C7DD8552042E}">
      <dgm:prSet/>
      <dgm:spPr/>
      <dgm:t>
        <a:bodyPr/>
        <a:lstStyle/>
        <a:p>
          <a:endParaRPr lang="en-US" b="1"/>
        </a:p>
      </dgm:t>
    </dgm:pt>
    <dgm:pt modelId="{E09EF8C4-D1DF-4359-BD3C-3C5A3AB7FFAE}" type="sibTrans" cxnId="{2BA02C63-4567-4142-B639-C7DD8552042E}">
      <dgm:prSet/>
      <dgm:spPr/>
      <dgm:t>
        <a:bodyPr/>
        <a:lstStyle/>
        <a:p>
          <a:endParaRPr lang="en-US" b="1"/>
        </a:p>
      </dgm:t>
    </dgm:pt>
    <dgm:pt modelId="{D7C537A1-3FD0-44A3-8453-F529630B63E4}">
      <dgm:prSet/>
      <dgm:spPr/>
      <dgm:t>
        <a:bodyPr/>
        <a:lstStyle/>
        <a:p>
          <a:r>
            <a:rPr lang="en-US" b="1"/>
            <a:t>​Solute Concentration: Equal inside and outside the cell.</a:t>
          </a:r>
        </a:p>
      </dgm:t>
    </dgm:pt>
    <dgm:pt modelId="{6BED12D1-7810-40E8-A5FE-B3925489A7C5}" type="parTrans" cxnId="{5FBF09D4-A4AD-4F7C-B52B-82091D381D9A}">
      <dgm:prSet/>
      <dgm:spPr/>
      <dgm:t>
        <a:bodyPr/>
        <a:lstStyle/>
        <a:p>
          <a:endParaRPr lang="en-US" b="1"/>
        </a:p>
      </dgm:t>
    </dgm:pt>
    <dgm:pt modelId="{F3A52E1D-2CAB-4532-AF04-65CEA740DC96}" type="sibTrans" cxnId="{5FBF09D4-A4AD-4F7C-B52B-82091D381D9A}">
      <dgm:prSet/>
      <dgm:spPr/>
      <dgm:t>
        <a:bodyPr/>
        <a:lstStyle/>
        <a:p>
          <a:endParaRPr lang="en-US" b="1"/>
        </a:p>
      </dgm:t>
    </dgm:pt>
    <dgm:pt modelId="{9656595F-9CB8-436F-9C3F-7483DC83AB35}" type="pres">
      <dgm:prSet presAssocID="{BDCA87F6-8C3B-4895-BFC3-F85841EA4723}" presName="root" presStyleCnt="0">
        <dgm:presLayoutVars>
          <dgm:dir/>
          <dgm:resizeHandles val="exact"/>
        </dgm:presLayoutVars>
      </dgm:prSet>
      <dgm:spPr/>
    </dgm:pt>
    <dgm:pt modelId="{EF2C32F4-CBF4-4FA1-AD95-A959F09E758C}" type="pres">
      <dgm:prSet presAssocID="{B5D62C39-7AC6-441E-9FDD-94BFFBCC5653}" presName="compNode" presStyleCnt="0"/>
      <dgm:spPr/>
    </dgm:pt>
    <dgm:pt modelId="{66E257EC-6FA6-4BC9-B6DA-EDEA64858A6A}" type="pres">
      <dgm:prSet presAssocID="{B5D62C39-7AC6-441E-9FDD-94BFFBCC5653}" presName="bgRect" presStyleLbl="bgShp" presStyleIdx="0" presStyleCnt="2"/>
      <dgm:spPr/>
    </dgm:pt>
    <dgm:pt modelId="{ADDAF9AE-DF9D-4FB0-8942-F3DE6A793AE8}" type="pres">
      <dgm:prSet presAssocID="{B5D62C39-7AC6-441E-9FDD-94BFFBCC565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805790AC-98C9-4FD0-A072-FF29E90FADC6}" type="pres">
      <dgm:prSet presAssocID="{B5D62C39-7AC6-441E-9FDD-94BFFBCC5653}" presName="spaceRect" presStyleCnt="0"/>
      <dgm:spPr/>
    </dgm:pt>
    <dgm:pt modelId="{CDD26626-4E4C-4345-9165-F440C6B35F50}" type="pres">
      <dgm:prSet presAssocID="{B5D62C39-7AC6-441E-9FDD-94BFFBCC5653}" presName="parTx" presStyleLbl="revTx" presStyleIdx="0" presStyleCnt="2">
        <dgm:presLayoutVars>
          <dgm:chMax val="0"/>
          <dgm:chPref val="0"/>
        </dgm:presLayoutVars>
      </dgm:prSet>
      <dgm:spPr/>
    </dgm:pt>
    <dgm:pt modelId="{1E5380B1-5491-4A04-B08F-659CC4AFA99E}" type="pres">
      <dgm:prSet presAssocID="{E09EF8C4-D1DF-4359-BD3C-3C5A3AB7FFAE}" presName="sibTrans" presStyleCnt="0"/>
      <dgm:spPr/>
    </dgm:pt>
    <dgm:pt modelId="{583EC786-E357-4D7C-B369-7304A8A98965}" type="pres">
      <dgm:prSet presAssocID="{D7C537A1-3FD0-44A3-8453-F529630B63E4}" presName="compNode" presStyleCnt="0"/>
      <dgm:spPr/>
    </dgm:pt>
    <dgm:pt modelId="{D7AD6C8E-430E-4641-BF01-2B722F0D6A04}" type="pres">
      <dgm:prSet presAssocID="{D7C537A1-3FD0-44A3-8453-F529630B63E4}" presName="bgRect" presStyleLbl="bgShp" presStyleIdx="1" presStyleCnt="2"/>
      <dgm:spPr/>
    </dgm:pt>
    <dgm:pt modelId="{846975E9-C9B9-4BD2-88AA-5B06CD1B83CB}" type="pres">
      <dgm:prSet presAssocID="{D7C537A1-3FD0-44A3-8453-F529630B63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ECCFD76-591E-43ED-8E24-DC704A1EB2FA}" type="pres">
      <dgm:prSet presAssocID="{D7C537A1-3FD0-44A3-8453-F529630B63E4}" presName="spaceRect" presStyleCnt="0"/>
      <dgm:spPr/>
    </dgm:pt>
    <dgm:pt modelId="{D5578000-385B-461A-A8CF-E982D9B34824}" type="pres">
      <dgm:prSet presAssocID="{D7C537A1-3FD0-44A3-8453-F529630B63E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5EA9939-9ED5-4469-8E6A-894D3EB99DCB}" type="presOf" srcId="{D7C537A1-3FD0-44A3-8453-F529630B63E4}" destId="{D5578000-385B-461A-A8CF-E982D9B34824}" srcOrd="0" destOrd="0" presId="urn:microsoft.com/office/officeart/2018/2/layout/IconVerticalSolidList"/>
    <dgm:cxn modelId="{2BA02C63-4567-4142-B639-C7DD8552042E}" srcId="{BDCA87F6-8C3B-4895-BFC3-F85841EA4723}" destId="{B5D62C39-7AC6-441E-9FDD-94BFFBCC5653}" srcOrd="0" destOrd="0" parTransId="{A417CA61-E9A5-4AE8-B353-0008B444B7D4}" sibTransId="{E09EF8C4-D1DF-4359-BD3C-3C5A3AB7FFAE}"/>
    <dgm:cxn modelId="{4243B44F-AA83-47A6-9556-9A5026A12597}" type="presOf" srcId="{B5D62C39-7AC6-441E-9FDD-94BFFBCC5653}" destId="{CDD26626-4E4C-4345-9165-F440C6B35F50}" srcOrd="0" destOrd="0" presId="urn:microsoft.com/office/officeart/2018/2/layout/IconVerticalSolidList"/>
    <dgm:cxn modelId="{5FBF09D4-A4AD-4F7C-B52B-82091D381D9A}" srcId="{BDCA87F6-8C3B-4895-BFC3-F85841EA4723}" destId="{D7C537A1-3FD0-44A3-8453-F529630B63E4}" srcOrd="1" destOrd="0" parTransId="{6BED12D1-7810-40E8-A5FE-B3925489A7C5}" sibTransId="{F3A52E1D-2CAB-4532-AF04-65CEA740DC96}"/>
    <dgm:cxn modelId="{DC936EF3-5198-462B-86E7-28358D3B2FCF}" type="presOf" srcId="{BDCA87F6-8C3B-4895-BFC3-F85841EA4723}" destId="{9656595F-9CB8-436F-9C3F-7483DC83AB35}" srcOrd="0" destOrd="0" presId="urn:microsoft.com/office/officeart/2018/2/layout/IconVerticalSolidList"/>
    <dgm:cxn modelId="{CCDC6A27-E681-4451-8220-ED64A4283B06}" type="presParOf" srcId="{9656595F-9CB8-436F-9C3F-7483DC83AB35}" destId="{EF2C32F4-CBF4-4FA1-AD95-A959F09E758C}" srcOrd="0" destOrd="0" presId="urn:microsoft.com/office/officeart/2018/2/layout/IconVerticalSolidList"/>
    <dgm:cxn modelId="{741DEE98-9AE1-435B-BF1C-A1023FFD6D69}" type="presParOf" srcId="{EF2C32F4-CBF4-4FA1-AD95-A959F09E758C}" destId="{66E257EC-6FA6-4BC9-B6DA-EDEA64858A6A}" srcOrd="0" destOrd="0" presId="urn:microsoft.com/office/officeart/2018/2/layout/IconVerticalSolidList"/>
    <dgm:cxn modelId="{DFC9BB8F-CED6-4137-ADEA-D53854859359}" type="presParOf" srcId="{EF2C32F4-CBF4-4FA1-AD95-A959F09E758C}" destId="{ADDAF9AE-DF9D-4FB0-8942-F3DE6A793AE8}" srcOrd="1" destOrd="0" presId="urn:microsoft.com/office/officeart/2018/2/layout/IconVerticalSolidList"/>
    <dgm:cxn modelId="{C627730E-CC3F-4539-900D-B3B60C7F390B}" type="presParOf" srcId="{EF2C32F4-CBF4-4FA1-AD95-A959F09E758C}" destId="{805790AC-98C9-4FD0-A072-FF29E90FADC6}" srcOrd="2" destOrd="0" presId="urn:microsoft.com/office/officeart/2018/2/layout/IconVerticalSolidList"/>
    <dgm:cxn modelId="{55DA6249-8BA6-4FE8-8243-F9335656DAF3}" type="presParOf" srcId="{EF2C32F4-CBF4-4FA1-AD95-A959F09E758C}" destId="{CDD26626-4E4C-4345-9165-F440C6B35F50}" srcOrd="3" destOrd="0" presId="urn:microsoft.com/office/officeart/2018/2/layout/IconVerticalSolidList"/>
    <dgm:cxn modelId="{80D87804-340B-4E02-AA6F-8AD656FBBD26}" type="presParOf" srcId="{9656595F-9CB8-436F-9C3F-7483DC83AB35}" destId="{1E5380B1-5491-4A04-B08F-659CC4AFA99E}" srcOrd="1" destOrd="0" presId="urn:microsoft.com/office/officeart/2018/2/layout/IconVerticalSolidList"/>
    <dgm:cxn modelId="{A85307D6-8240-48C2-BB9A-A351CF0A03B7}" type="presParOf" srcId="{9656595F-9CB8-436F-9C3F-7483DC83AB35}" destId="{583EC786-E357-4D7C-B369-7304A8A98965}" srcOrd="2" destOrd="0" presId="urn:microsoft.com/office/officeart/2018/2/layout/IconVerticalSolidList"/>
    <dgm:cxn modelId="{CE60E0DD-9065-4D22-9BF5-F97650454BE0}" type="presParOf" srcId="{583EC786-E357-4D7C-B369-7304A8A98965}" destId="{D7AD6C8E-430E-4641-BF01-2B722F0D6A04}" srcOrd="0" destOrd="0" presId="urn:microsoft.com/office/officeart/2018/2/layout/IconVerticalSolidList"/>
    <dgm:cxn modelId="{7A9A900A-CE06-4CE9-AD54-ED1B504EA047}" type="presParOf" srcId="{583EC786-E357-4D7C-B369-7304A8A98965}" destId="{846975E9-C9B9-4BD2-88AA-5B06CD1B83CB}" srcOrd="1" destOrd="0" presId="urn:microsoft.com/office/officeart/2018/2/layout/IconVerticalSolidList"/>
    <dgm:cxn modelId="{2C2B00D9-FCBD-4D65-B521-6FB664612749}" type="presParOf" srcId="{583EC786-E357-4D7C-B369-7304A8A98965}" destId="{BECCFD76-591E-43ED-8E24-DC704A1EB2FA}" srcOrd="2" destOrd="0" presId="urn:microsoft.com/office/officeart/2018/2/layout/IconVerticalSolidList"/>
    <dgm:cxn modelId="{791E1DC2-5BDB-4E9B-AAF8-49BD879C337D}" type="presParOf" srcId="{583EC786-E357-4D7C-B369-7304A8A98965}" destId="{D5578000-385B-461A-A8CF-E982D9B348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91EC2-135B-47AC-A4E6-D990C86EAAB6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0FD80-C846-4088-B834-704D9DBAFA65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7264A-15C5-4340-A12F-DF219B010A7F}">
      <dsp:nvSpPr>
        <dsp:cNvPr id="0" name=""/>
        <dsp:cNvSpPr/>
      </dsp:nvSpPr>
      <dsp:spPr>
        <a:xfrm>
          <a:off x="2005069" y="940328"/>
          <a:ext cx="4944370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This is a solution that has a lower concentration of solutes compared to the surrounding medium (e.g., a cell).</a:t>
          </a:r>
        </a:p>
      </dsp:txBody>
      <dsp:txXfrm>
        <a:off x="2005069" y="940328"/>
        <a:ext cx="4944370" cy="1735991"/>
      </dsp:txXfrm>
    </dsp:sp>
    <dsp:sp modelId="{F744FF24-75C0-4BB4-AEA0-8A2FA23EC578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1EFB7-6957-4245-9DD4-338169EF05EE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26B51-48C8-47CD-9D03-EE1094B4ADE6}">
      <dsp:nvSpPr>
        <dsp:cNvPr id="0" name=""/>
        <dsp:cNvSpPr/>
      </dsp:nvSpPr>
      <dsp:spPr>
        <a:xfrm>
          <a:off x="2005069" y="3110317"/>
          <a:ext cx="4944370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​Solute Concentration: Lower outside the cell than inside.</a:t>
          </a:r>
        </a:p>
      </dsp:txBody>
      <dsp:txXfrm>
        <a:off x="2005069" y="3110317"/>
        <a:ext cx="4944370" cy="1735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257EC-6FA6-4BC9-B6DA-EDEA64858A6A}">
      <dsp:nvSpPr>
        <dsp:cNvPr id="0" name=""/>
        <dsp:cNvSpPr/>
      </dsp:nvSpPr>
      <dsp:spPr>
        <a:xfrm>
          <a:off x="0" y="656805"/>
          <a:ext cx="7841942" cy="12125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AF9AE-DF9D-4FB0-8942-F3DE6A793AE8}">
      <dsp:nvSpPr>
        <dsp:cNvPr id="0" name=""/>
        <dsp:cNvSpPr/>
      </dsp:nvSpPr>
      <dsp:spPr>
        <a:xfrm>
          <a:off x="366800" y="929632"/>
          <a:ext cx="666910" cy="6669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26626-4E4C-4345-9165-F440C6B35F50}">
      <dsp:nvSpPr>
        <dsp:cNvPr id="0" name=""/>
        <dsp:cNvSpPr/>
      </dsp:nvSpPr>
      <dsp:spPr>
        <a:xfrm>
          <a:off x="1400511" y="656805"/>
          <a:ext cx="6441430" cy="1212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30" tIns="128330" rIns="128330" bIns="1283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This is a solution that has an equal concentration of solutes compared to the surrounding medium (e.g., a cell).</a:t>
          </a:r>
        </a:p>
      </dsp:txBody>
      <dsp:txXfrm>
        <a:off x="1400511" y="656805"/>
        <a:ext cx="6441430" cy="1212563"/>
      </dsp:txXfrm>
    </dsp:sp>
    <dsp:sp modelId="{D7AD6C8E-430E-4641-BF01-2B722F0D6A04}">
      <dsp:nvSpPr>
        <dsp:cNvPr id="0" name=""/>
        <dsp:cNvSpPr/>
      </dsp:nvSpPr>
      <dsp:spPr>
        <a:xfrm>
          <a:off x="0" y="2172509"/>
          <a:ext cx="7841942" cy="12125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975E9-C9B9-4BD2-88AA-5B06CD1B83CB}">
      <dsp:nvSpPr>
        <dsp:cNvPr id="0" name=""/>
        <dsp:cNvSpPr/>
      </dsp:nvSpPr>
      <dsp:spPr>
        <a:xfrm>
          <a:off x="366800" y="2445336"/>
          <a:ext cx="666910" cy="6669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78000-385B-461A-A8CF-E982D9B34824}">
      <dsp:nvSpPr>
        <dsp:cNvPr id="0" name=""/>
        <dsp:cNvSpPr/>
      </dsp:nvSpPr>
      <dsp:spPr>
        <a:xfrm>
          <a:off x="1400511" y="2172509"/>
          <a:ext cx="6441430" cy="1212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30" tIns="128330" rIns="128330" bIns="1283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​Solute Concentration: Equal inside and outside the cell.</a:t>
          </a:r>
        </a:p>
      </dsp:txBody>
      <dsp:txXfrm>
        <a:off x="1400511" y="2172509"/>
        <a:ext cx="6441430" cy="1212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6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9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1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6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8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1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2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69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5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8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5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073495" y="-1679164"/>
            <a:ext cx="4361688" cy="5267222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Introduction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4B9B8-1AE9-664C-FE72-035E4A3D13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16" r="24164" b="-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4D39CD-7738-FC9C-286D-9368F19DF699}"/>
              </a:ext>
            </a:extLst>
          </p:cNvPr>
          <p:cNvSpPr txBox="1"/>
          <p:nvPr/>
        </p:nvSpPr>
        <p:spPr>
          <a:xfrm>
            <a:off x="7009349" y="3588058"/>
            <a:ext cx="43616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1" dirty="0">
                <a:solidFill>
                  <a:srgbClr val="C00000"/>
                </a:solidFill>
              </a:rPr>
              <a:t>NAME : SHIVKANT KURMI </a:t>
            </a:r>
          </a:p>
          <a:p>
            <a:pPr algn="l"/>
            <a:r>
              <a:rPr lang="en-IN" b="1" i="1" dirty="0">
                <a:solidFill>
                  <a:srgbClr val="C00000"/>
                </a:solidFill>
              </a:rPr>
              <a:t>CLASS : 9</a:t>
            </a:r>
            <a:r>
              <a:rPr lang="en-IN" b="1" i="1" baseline="30000" dirty="0">
                <a:solidFill>
                  <a:srgbClr val="C00000"/>
                </a:solidFill>
              </a:rPr>
              <a:t>TH</a:t>
            </a:r>
            <a:r>
              <a:rPr lang="en-IN" b="1" i="1" dirty="0">
                <a:solidFill>
                  <a:srgbClr val="C00000"/>
                </a:solidFill>
              </a:rPr>
              <a:t> “C”</a:t>
            </a:r>
          </a:p>
          <a:p>
            <a:pPr algn="l"/>
            <a:r>
              <a:rPr lang="en-IN" b="1" i="1" dirty="0">
                <a:solidFill>
                  <a:srgbClr val="C00000"/>
                </a:solidFill>
              </a:rPr>
              <a:t>TOPIC : ON THE BASIS OF EXPERIMENT EXPLAIN THE THREE TYPES OF SOLUTION </a:t>
            </a:r>
            <a:endParaRPr lang="en-US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01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Hypertonic solution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12649" y="2385874"/>
            <a:ext cx="7543710" cy="3384611"/>
          </a:xfrm>
        </p:spPr>
        <p:txBody>
          <a:bodyPr>
            <a:normAutofit/>
          </a:bodyPr>
          <a:lstStyle/>
          <a:p>
            <a:pPr lvl="0"/>
            <a:r>
              <a:rPr lang="en-US" sz="1800" b="1"/>
              <a:t>​​This is a solution that has a higher concentration of solutes compared to the surrounding medium (e.g., a cell).</a:t>
            </a:r>
          </a:p>
          <a:p>
            <a:pPr lvl="0"/>
            <a:r>
              <a:rPr lang="en-US" sz="1800" b="1" dirty="0"/>
              <a:t>​Solute Concentration: Higher outside the cell than inside</a:t>
            </a:r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76020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Hypotonic solution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73FFD378-93E5-F2A5-1C8D-52B682653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79041"/>
              </p:ext>
            </p:extLst>
          </p:nvPr>
        </p:nvGraphicFramePr>
        <p:xfrm>
          <a:off x="224897" y="810001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42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​Isotonic solution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36AE2B76-F5E7-A285-F11D-A441628698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409678"/>
              </p:ext>
            </p:extLst>
          </p:nvPr>
        </p:nvGraphicFramePr>
        <p:xfrm>
          <a:off x="243097" y="1257670"/>
          <a:ext cx="7841942" cy="404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430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BA2EA-C843-E753-1B35-20B51B31B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54729" y="1368641"/>
            <a:ext cx="12983593" cy="9139117"/>
          </a:xfrm>
        </p:spPr>
        <p:txBody>
          <a:bodyPr/>
          <a:lstStyle/>
          <a:p>
            <a:r>
              <a:rPr lang="en-IN" b="1" dirty="0"/>
              <a:t>                                                     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                                                                                        </a:t>
            </a:r>
            <a:r>
              <a:rPr lang="en-IN" b="1" dirty="0">
                <a:solidFill>
                  <a:srgbClr val="FF0000"/>
                </a:solidFill>
              </a:rPr>
              <a:t>THANKYOU</a:t>
            </a:r>
          </a:p>
          <a:p>
            <a:r>
              <a:rPr lang="en-IN" b="1" dirty="0"/>
              <a:t>                                                                                               FOR</a:t>
            </a:r>
          </a:p>
          <a:p>
            <a:r>
              <a:rPr lang="en-IN" b="1" dirty="0"/>
              <a:t>                                                                                        </a:t>
            </a:r>
            <a:r>
              <a:rPr lang="en-IN" b="1" dirty="0">
                <a:solidFill>
                  <a:srgbClr val="002060"/>
                </a:solidFill>
              </a:rPr>
              <a:t>WATCHING</a:t>
            </a:r>
            <a:r>
              <a:rPr lang="en-IN" b="1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036694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VanillaVTI</vt:lpstr>
      <vt:lpstr>Introduction </vt:lpstr>
      <vt:lpstr>Hypertonic solution </vt:lpstr>
      <vt:lpstr>Hypotonic solution </vt:lpstr>
      <vt:lpstr>​Isotonic solution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</dc:title>
  <dc:creator>Sudeep Kurmi</dc:creator>
  <cp:lastModifiedBy>Sudeep Kurmi</cp:lastModifiedBy>
  <cp:revision>5</cp:revision>
  <dcterms:created xsi:type="dcterms:W3CDTF">2025-12-15T15:37:35Z</dcterms:created>
  <dcterms:modified xsi:type="dcterms:W3CDTF">2025-12-15T16:11:07Z</dcterms:modified>
</cp:coreProperties>
</file>