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6" r:id="rId9"/>
    <p:sldId id="264" r:id="rId10"/>
    <p:sldId id="265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645F0-9147-4BDF-9E85-EFBEBA1B491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577D1-9BBA-49F9-BDB9-45475EF85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4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577D1-9BBA-49F9-BDB9-45475EF858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6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399" y="3473865"/>
            <a:ext cx="6746193" cy="2841477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rgbClr val="FF0000"/>
                </a:solidFill>
              </a:rPr>
              <a:t>Name: </a:t>
            </a:r>
            <a:r>
              <a:rPr sz="3600" b="1" dirty="0" err="1">
                <a:solidFill>
                  <a:srgbClr val="FF0000"/>
                </a:solidFill>
              </a:rPr>
              <a:t>Akshika</a:t>
            </a:r>
            <a:r>
              <a:rPr sz="3600" b="1" dirty="0">
                <a:solidFill>
                  <a:srgbClr val="FF0000"/>
                </a:solidFill>
              </a:rPr>
              <a:t> Verma</a:t>
            </a:r>
          </a:p>
          <a:p>
            <a:r>
              <a:rPr sz="3600" b="1" dirty="0">
                <a:solidFill>
                  <a:srgbClr val="002060"/>
                </a:solidFill>
              </a:rPr>
              <a:t>Class: 9th</a:t>
            </a:r>
          </a:p>
          <a:p>
            <a:r>
              <a:rPr sz="3600" b="1" dirty="0" smtClean="0">
                <a:solidFill>
                  <a:schemeClr val="accent2"/>
                </a:solidFill>
              </a:rPr>
              <a:t>Subject</a:t>
            </a:r>
            <a:r>
              <a:rPr sz="3600" b="1" dirty="0">
                <a:solidFill>
                  <a:schemeClr val="accent2"/>
                </a:solidFill>
              </a:rPr>
              <a:t>: Science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Osmosis and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2784" y="435834"/>
            <a:ext cx="59415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St. Arnold Co-Ed School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tx1"/>
                </a:solidFill>
              </a:rP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4000" dirty="0"/>
              <a:t>1. Introduction</a:t>
            </a:r>
          </a:p>
          <a:p>
            <a:pPr marL="0" indent="0">
              <a:buNone/>
            </a:pPr>
            <a:r>
              <a:rPr sz="4000" dirty="0"/>
              <a:t>2. Diffusion (Definition &amp; Example)</a:t>
            </a:r>
          </a:p>
          <a:p>
            <a:pPr marL="0" indent="0">
              <a:buNone/>
            </a:pPr>
            <a:r>
              <a:rPr sz="4000" dirty="0"/>
              <a:t>3. Diagram of Diffusion</a:t>
            </a:r>
          </a:p>
          <a:p>
            <a:pPr marL="0" indent="0">
              <a:buNone/>
            </a:pPr>
            <a:r>
              <a:rPr sz="4000" dirty="0"/>
              <a:t>4. Osmosis (Definition &amp; Example)</a:t>
            </a:r>
          </a:p>
          <a:p>
            <a:pPr marL="0" indent="0">
              <a:buNone/>
            </a:pPr>
            <a:r>
              <a:rPr sz="4000" dirty="0"/>
              <a:t>5. Diagram of </a:t>
            </a:r>
            <a:r>
              <a:rPr sz="4000" dirty="0" smtClean="0"/>
              <a:t>Osmosis</a:t>
            </a:r>
            <a:endParaRPr lang="en-US" sz="4000" dirty="0" smtClean="0"/>
          </a:p>
          <a:p>
            <a:pPr marL="0" indent="0">
              <a:buNone/>
            </a:pPr>
            <a:r>
              <a:rPr lang="en-US" sz="4000" dirty="0" smtClean="0"/>
              <a:t>6. Difference between Osmosis and </a:t>
            </a:r>
            <a:r>
              <a:rPr lang="en-US" sz="4000" dirty="0"/>
              <a:t>Diffusion</a:t>
            </a:r>
          </a:p>
          <a:p>
            <a:pPr marL="0" indent="0">
              <a:buNone/>
            </a:pPr>
            <a:r>
              <a:rPr lang="en-US" sz="4000" dirty="0" smtClean="0"/>
              <a:t>7. </a:t>
            </a:r>
            <a:r>
              <a:rPr sz="4000" dirty="0" smtClean="0"/>
              <a:t>Conclusion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10678"/>
          </a:xfrm>
        </p:spPr>
        <p:txBody>
          <a:bodyPr/>
          <a:lstStyle/>
          <a:p>
            <a:pPr algn="ctr"/>
            <a:r>
              <a:rPr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8923" y="1290415"/>
            <a:ext cx="8520157" cy="4990744"/>
          </a:xfrm>
        </p:spPr>
        <p:txBody>
          <a:bodyPr>
            <a:noAutofit/>
          </a:bodyPr>
          <a:lstStyle/>
          <a:p>
            <a:r>
              <a:rPr lang="en-US" sz="3200" dirty="0" smtClean="0"/>
              <a:t>Osmosis </a:t>
            </a:r>
            <a:r>
              <a:rPr lang="en-US" sz="3200" dirty="0"/>
              <a:t>and diffusion are important processes in science that explain how substances move from one place to </a:t>
            </a:r>
            <a:r>
              <a:rPr lang="en-US" sz="3200" dirty="0" smtClean="0"/>
              <a:t>another.</a:t>
            </a:r>
          </a:p>
          <a:p>
            <a:r>
              <a:rPr lang="en-US" sz="3200" dirty="0" smtClean="0"/>
              <a:t>Diffusion </a:t>
            </a:r>
            <a:r>
              <a:rPr lang="en-US" sz="3200" dirty="0"/>
              <a:t>helps particles spread from an area of high concentration to low </a:t>
            </a:r>
            <a:r>
              <a:rPr lang="en-US" sz="3200" dirty="0" smtClean="0"/>
              <a:t>concentration.</a:t>
            </a:r>
          </a:p>
          <a:p>
            <a:r>
              <a:rPr lang="en-US" sz="3200" dirty="0" smtClean="0"/>
              <a:t>While osmosis </a:t>
            </a:r>
            <a:r>
              <a:rPr lang="en-US" sz="3200" dirty="0"/>
              <a:t>is the movement of water through a semi-permeable membrane. </a:t>
            </a:r>
            <a:endParaRPr lang="en-US" sz="3200" dirty="0" smtClean="0"/>
          </a:p>
          <a:p>
            <a:r>
              <a:rPr lang="en-US" sz="3200" dirty="0" smtClean="0"/>
              <a:t>These </a:t>
            </a:r>
            <a:r>
              <a:rPr lang="en-US" sz="3200" dirty="0"/>
              <a:t>processes are essential for the survival of living organisms.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sciencefacts.net/wp-content/uploads/2020/01/Diffusion-and-Osmosis-Differe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9" y="1075199"/>
            <a:ext cx="8739541" cy="501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9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485" y="274638"/>
            <a:ext cx="2213361" cy="99014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0736" y="1447800"/>
            <a:ext cx="8733802" cy="4572000"/>
          </a:xfrm>
        </p:spPr>
        <p:txBody>
          <a:bodyPr>
            <a:normAutofit/>
          </a:bodyPr>
          <a:lstStyle/>
          <a:p>
            <a:r>
              <a:rPr lang="en-US" sz="3200" dirty="0"/>
              <a:t>Diffusion is the movement of particles from an area of high concentration to an area of low </a:t>
            </a:r>
            <a:r>
              <a:rPr lang="en-US" sz="3200" dirty="0" smtClean="0"/>
              <a:t>concentration.</a:t>
            </a:r>
          </a:p>
          <a:p>
            <a:r>
              <a:rPr lang="en-US" sz="3200" dirty="0" smtClean="0"/>
              <a:t>It </a:t>
            </a:r>
            <a:r>
              <a:rPr lang="en-US" sz="3200" dirty="0"/>
              <a:t>happens in gases, liquids, and </a:t>
            </a:r>
            <a:r>
              <a:rPr lang="en-US" sz="3200" dirty="0" smtClean="0"/>
              <a:t>solids.</a:t>
            </a:r>
          </a:p>
          <a:p>
            <a:r>
              <a:rPr lang="en-US" sz="3200" dirty="0" smtClean="0"/>
              <a:t>Diffusion </a:t>
            </a:r>
            <a:r>
              <a:rPr lang="en-US" sz="3200" dirty="0"/>
              <a:t>does not need any </a:t>
            </a:r>
            <a:r>
              <a:rPr lang="en-US" sz="3200" dirty="0" smtClean="0"/>
              <a:t>membrane.</a:t>
            </a:r>
          </a:p>
          <a:p>
            <a:r>
              <a:rPr lang="en-US" sz="3200" dirty="0" smtClean="0"/>
              <a:t>It </a:t>
            </a:r>
            <a:r>
              <a:rPr lang="en-US" sz="3200" dirty="0"/>
              <a:t>helps substances spread evenly.</a:t>
            </a:r>
            <a:br>
              <a:rPr lang="en-US" sz="3200" dirty="0"/>
            </a:br>
            <a:endParaRPr lang="en-US" sz="3200" dirty="0" smtClean="0"/>
          </a:p>
          <a:p>
            <a:r>
              <a:rPr lang="en-US" sz="3200" dirty="0" smtClean="0"/>
              <a:t>For </a:t>
            </a:r>
            <a:r>
              <a:rPr lang="en-US" sz="3200" dirty="0"/>
              <a:t>example, the smell of perfume spreads throughout a room after spraying.</a:t>
            </a:r>
            <a:endParaRPr sz="3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i.pinimg.com/originals/a5/68/d2/a568d2968641c6a6db2c49be90790aa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 bwMode="auto">
          <a:xfrm>
            <a:off x="1351966" y="452927"/>
            <a:ext cx="5988872" cy="593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028" y="385734"/>
            <a:ext cx="2546647" cy="844861"/>
          </a:xfrm>
        </p:spPr>
        <p:txBody>
          <a:bodyPr/>
          <a:lstStyle/>
          <a:p>
            <a:r>
              <a:rPr b="1" dirty="0" smtClean="0">
                <a:solidFill>
                  <a:srgbClr val="C00000"/>
                </a:solidFill>
              </a:rPr>
              <a:t>Osmosis</a:t>
            </a:r>
            <a:r>
              <a:rPr lang="en-US" b="1" dirty="0" smtClean="0">
                <a:solidFill>
                  <a:srgbClr val="C00000"/>
                </a:solidFill>
              </a:rPr>
              <a:t>: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461" y="1417638"/>
            <a:ext cx="8819259" cy="4966070"/>
          </a:xfrm>
        </p:spPr>
        <p:txBody>
          <a:bodyPr>
            <a:noAutofit/>
          </a:bodyPr>
          <a:lstStyle/>
          <a:p>
            <a:r>
              <a:rPr lang="en-US" sz="3200" dirty="0"/>
              <a:t>Osmosis is the movement of water molecules from a dilute solution to a concentrated </a:t>
            </a:r>
            <a:r>
              <a:rPr lang="en-US" sz="3200" dirty="0" smtClean="0"/>
              <a:t>solution.</a:t>
            </a:r>
          </a:p>
          <a:p>
            <a:r>
              <a:rPr lang="en-US" sz="3200" dirty="0" smtClean="0"/>
              <a:t>It </a:t>
            </a:r>
            <a:r>
              <a:rPr lang="en-US" sz="3200" dirty="0"/>
              <a:t>occurs through a semi-permeable </a:t>
            </a:r>
            <a:r>
              <a:rPr lang="en-US" sz="3200" dirty="0" smtClean="0"/>
              <a:t>membrane.</a:t>
            </a:r>
          </a:p>
          <a:p>
            <a:r>
              <a:rPr lang="en-US" sz="3200" dirty="0" smtClean="0"/>
              <a:t>Only </a:t>
            </a:r>
            <a:r>
              <a:rPr lang="en-US" sz="3200" dirty="0"/>
              <a:t>water molecules can pass through the </a:t>
            </a:r>
            <a:r>
              <a:rPr lang="en-US" sz="3200" dirty="0" smtClean="0"/>
              <a:t>membrane.</a:t>
            </a:r>
          </a:p>
          <a:p>
            <a:r>
              <a:rPr lang="en-US" sz="3200" dirty="0" smtClean="0"/>
              <a:t>Osmosis </a:t>
            </a:r>
            <a:r>
              <a:rPr lang="en-US" sz="3200" dirty="0"/>
              <a:t>is important for the survival of plant and animal cells.</a:t>
            </a:r>
            <a:br>
              <a:rPr lang="en-US" sz="3200" dirty="0"/>
            </a:br>
            <a:endParaRPr lang="en-US" sz="3200" dirty="0" smtClean="0"/>
          </a:p>
          <a:p>
            <a:r>
              <a:rPr lang="en-US" sz="3200" dirty="0" smtClean="0"/>
              <a:t>For </a:t>
            </a:r>
            <a:r>
              <a:rPr lang="en-US" sz="3200" dirty="0"/>
              <a:t>example, a potato strip swells in plain water and shrinks in salt water.</a:t>
            </a:r>
            <a:endParaRPr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as2.ftcdn.net/v2/jpg/05/17/94/53/1000_F_517945341_fAG6IsLbJqvSGJWgPCzArszq1bkXJUS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"/>
          <a:stretch/>
        </p:blipFill>
        <p:spPr bwMode="auto">
          <a:xfrm>
            <a:off x="1521151" y="324384"/>
            <a:ext cx="6330624" cy="596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71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mdmteam.org/wp-content/uploads/2022/01/WhatsApp-Image-2022-01-09-at-6.44.57-P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ttps://mdmteam.org/wp-content/uploads/2022/01/WhatsApp-Image-2022-01-09-at-6.44.57-P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ttps://mdmteam.org/wp-content/uploads/2022/01/WhatsApp-Image-2022-01-09-at-6.44.57-PM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https://cn.edurev.in/ApplicationImages/Temp/508861_ba516cd8-70a5-4745-a12f-8182740e0689_lg.png?w=360&amp;dpr=2.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392380"/>
            <a:ext cx="7882905" cy="6204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73465" y="324740"/>
            <a:ext cx="8413335" cy="56950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Conclusion:</a:t>
            </a:r>
          </a:p>
          <a:p>
            <a:r>
              <a:rPr lang="en-US" dirty="0" smtClean="0"/>
              <a:t>Osmosis </a:t>
            </a:r>
            <a:r>
              <a:rPr lang="en-US" dirty="0"/>
              <a:t>and diffusion are essential processes in living </a:t>
            </a:r>
            <a:r>
              <a:rPr lang="en-US" dirty="0" smtClean="0"/>
              <a:t>organisms.</a:t>
            </a:r>
          </a:p>
          <a:p>
            <a:r>
              <a:rPr lang="en-US" dirty="0" smtClean="0"/>
              <a:t>Diffusion </a:t>
            </a:r>
            <a:r>
              <a:rPr lang="en-US" dirty="0"/>
              <a:t>helps particles move from a region of high concentration to low </a:t>
            </a:r>
            <a:r>
              <a:rPr lang="en-US" dirty="0" smtClean="0"/>
              <a:t>concentration.</a:t>
            </a:r>
          </a:p>
          <a:p>
            <a:r>
              <a:rPr lang="en-US" dirty="0" smtClean="0"/>
              <a:t>Osmosis </a:t>
            </a:r>
            <a:r>
              <a:rPr lang="en-US" dirty="0"/>
              <a:t>is the movement of water through a semi-permeable </a:t>
            </a:r>
            <a:r>
              <a:rPr lang="en-US" dirty="0" smtClean="0"/>
              <a:t>membrane.</a:t>
            </a:r>
          </a:p>
          <a:p>
            <a:r>
              <a:rPr lang="en-US" dirty="0" smtClean="0"/>
              <a:t>Both </a:t>
            </a:r>
            <a:r>
              <a:rPr lang="en-US" dirty="0"/>
              <a:t>processes help in the transport of substances in </a:t>
            </a:r>
            <a:r>
              <a:rPr lang="en-US" dirty="0" smtClean="0"/>
              <a:t>cells.</a:t>
            </a:r>
          </a:p>
          <a:p>
            <a:r>
              <a:rPr lang="en-US" dirty="0" smtClean="0"/>
              <a:t>They </a:t>
            </a:r>
            <a:r>
              <a:rPr lang="en-US" dirty="0"/>
              <a:t>maintain proper balance of water and nutrients in living </a:t>
            </a:r>
            <a:r>
              <a:rPr lang="en-US" dirty="0" smtClean="0"/>
              <a:t>organisms.</a:t>
            </a:r>
          </a:p>
          <a:p>
            <a:r>
              <a:rPr lang="en-US" dirty="0" smtClean="0"/>
              <a:t>Osmosis </a:t>
            </a:r>
            <a:r>
              <a:rPr lang="en-US" dirty="0"/>
              <a:t>and diffusion support growth and survival of plants and </a:t>
            </a:r>
            <a:r>
              <a:rPr lang="en-US" dirty="0" smtClean="0"/>
              <a:t>animals.</a:t>
            </a:r>
          </a:p>
          <a:p>
            <a:r>
              <a:rPr lang="en-US" dirty="0" smtClean="0"/>
              <a:t>Without </a:t>
            </a:r>
            <a:r>
              <a:rPr lang="en-US" dirty="0"/>
              <a:t>these processes, life would not be possible.</a:t>
            </a:r>
          </a:p>
        </p:txBody>
      </p:sp>
    </p:spTree>
    <p:extLst>
      <p:ext uri="{BB962C8B-B14F-4D97-AF65-F5344CB8AC3E}">
        <p14:creationId xmlns:p14="http://schemas.microsoft.com/office/powerpoint/2010/main" val="2511209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7649" y="358923"/>
            <a:ext cx="8379151" cy="5660877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References:</a:t>
            </a:r>
            <a:endParaRPr lang="en-US" sz="3600" dirty="0">
              <a:solidFill>
                <a:schemeClr val="accent2"/>
              </a:solidFill>
            </a:endParaRPr>
          </a:p>
          <a:p>
            <a:r>
              <a:rPr lang="en-US" dirty="0"/>
              <a:t>NCERT Science Textbook – Class 9, Chapter: </a:t>
            </a:r>
            <a:r>
              <a:rPr lang="en-US" i="1" dirty="0"/>
              <a:t>The Fundamental Unit of Life</a:t>
            </a:r>
            <a:endParaRPr lang="en-US" dirty="0"/>
          </a:p>
          <a:p>
            <a:r>
              <a:rPr lang="en-US" dirty="0"/>
              <a:t>Science Notes provided by school teachers</a:t>
            </a:r>
          </a:p>
          <a:p>
            <a:r>
              <a:rPr lang="en-US" dirty="0"/>
              <a:t>Biology Lab Manual – Class 9</a:t>
            </a:r>
          </a:p>
          <a:p>
            <a:r>
              <a:rPr lang="en-US" dirty="0"/>
              <a:t>Educational science websites (for diagrams and understanding)</a:t>
            </a:r>
          </a:p>
          <a:p>
            <a:r>
              <a:rPr lang="en-US" dirty="0"/>
              <a:t>Classroom lecture notes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56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https://www.slidekit.com/wp-content/uploads/2022/09/Thank-You-Presentation-Slide-Template-jp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 descr="https://slidechef.net/wp-content/uploads/2021/08/Free-Google-Slides-Thank-You-Slide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60338"/>
            <a:ext cx="8697867" cy="641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327</Words>
  <Application>Microsoft Office PowerPoint</Application>
  <PresentationFormat>On-screen Show (4:3)</PresentationFormat>
  <Paragraphs>45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Equity</vt:lpstr>
      <vt:lpstr>Osmosis and Diffusion</vt:lpstr>
      <vt:lpstr>Index</vt:lpstr>
      <vt:lpstr>Introduction</vt:lpstr>
      <vt:lpstr>PowerPoint Presentation</vt:lpstr>
      <vt:lpstr>Diffusion</vt:lpstr>
      <vt:lpstr>PowerPoint Presentation</vt:lpstr>
      <vt:lpstr>Osmosis: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Osmosis and Diffusion</dc:title>
  <dc:subject/>
  <dc:creator/>
  <cp:keywords/>
  <dc:description>generated using python-pptx</dc:description>
  <cp:lastModifiedBy>91789</cp:lastModifiedBy>
  <cp:revision>8</cp:revision>
  <dcterms:created xsi:type="dcterms:W3CDTF">2013-01-27T09:14:16Z</dcterms:created>
  <dcterms:modified xsi:type="dcterms:W3CDTF">2025-12-14T17:42:21Z</dcterms:modified>
  <cp:category/>
</cp:coreProperties>
</file>