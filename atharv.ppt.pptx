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7119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50" y="3569970"/>
            <a:ext cx="391159" cy="55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85060" y="640080"/>
            <a:ext cx="3544569" cy="501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200">
                <a:solidFill>
                  <a:srgbClr val="FFFBF0"/>
                </a:solidFill>
                <a:latin typeface="OldStandardTT"/>
              </a:rPr>
              <a:t>Topic : Nucleus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170" y="2334260"/>
            <a:ext cx="3216910" cy="2273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B7B7B7"/>
                </a:solidFill>
                <a:latin typeface="OldStandardTT"/>
              </a:rPr>
              <a:t>Name : Atharv Chouhan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170" y="3065780"/>
            <a:ext cx="1438910" cy="227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B7B7B7"/>
                </a:solidFill>
                <a:latin typeface="OldStandardTT"/>
              </a:rPr>
              <a:t>Class : 9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690" y="1173480"/>
            <a:ext cx="1678939" cy="21335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690" y="2240280"/>
            <a:ext cx="1046479" cy="2133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7140" y="1256030"/>
            <a:ext cx="107950" cy="76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ArialMT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3690" y="1214120"/>
            <a:ext cx="167893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ArialMT"/>
              </a:rPr>
              <a:t>What is the Nucleus?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7140" y="1469390"/>
            <a:ext cx="107950" cy="76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ArialMT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3690" y="1427480"/>
            <a:ext cx="6221730" cy="167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ArialMT"/>
              </a:rPr>
              <a:t>The nucleus (plural: nuclei) is the largest and most important organell</a:t>
            </a:r>
            <a:r>
              <a:rPr spc="-100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ArialMT"/>
              </a:rPr>
              <a:t>e found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3690" y="1640839"/>
            <a:ext cx="544195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ArialMT"/>
              </a:rPr>
              <a:t>eukaryotic cells (cells with a true nucleus, like plant and animal cells).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140" y="1896110"/>
            <a:ext cx="107950" cy="76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ArialMT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140" y="2109470"/>
            <a:ext cx="107950" cy="76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ArialMT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3690" y="2067560"/>
            <a:ext cx="6334760" cy="167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ArialMT"/>
              </a:rPr>
              <a:t>It is often called the "Control Center" or "Brain" of the cell because it regulates 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3690" y="2283460"/>
            <a:ext cx="1046479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ArialMT"/>
              </a:rPr>
              <a:t>cell activities.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140" y="2536190"/>
            <a:ext cx="107950" cy="76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ArialMT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140" y="2749550"/>
            <a:ext cx="107950" cy="76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ArialMT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3690" y="2707640"/>
            <a:ext cx="559308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ArialMT"/>
              </a:rPr>
              <a:t>The most important function is storing the cell's genetic material (DNA).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" y="3569970"/>
            <a:ext cx="391159" cy="558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340" y="998219"/>
            <a:ext cx="7324089" cy="2724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430" y="1510030"/>
            <a:ext cx="1708150" cy="21335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430" y="2576830"/>
            <a:ext cx="1323339" cy="213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1430" y="1125220"/>
            <a:ext cx="1383030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ArialMT"/>
              </a:rPr>
              <a:t>The Outer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1430" y="1553210"/>
            <a:ext cx="170942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ArialMT"/>
              </a:rPr>
              <a:t>1. Nuclear Membrane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1430" y="1765300"/>
            <a:ext cx="6404610" cy="166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ArialMT"/>
              </a:rPr>
              <a:t>A double-layered membrane that separates the nucleus from the cell's cytoplasm.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1430" y="2192020"/>
            <a:ext cx="4216400" cy="166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ArialMT"/>
              </a:rPr>
              <a:t>It is continuous with the Endoplasmic Reticulum (ER).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1430" y="2620010"/>
            <a:ext cx="1323339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ArialMT"/>
              </a:rPr>
              <a:t>2. Nuclear Pores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1430" y="2833370"/>
            <a:ext cx="36779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ArialMT"/>
              </a:rPr>
              <a:t>Tiny openings present in the nuclear envelope.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1430" y="3258820"/>
            <a:ext cx="7141210" cy="166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ArialMT"/>
              </a:rPr>
              <a:t>They act like gateways, controlling the</a:t>
            </a:r>
            <a:r>
              <a:rPr spc="-100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ArialMT"/>
              </a:rPr>
              <a:t> passage of molecules (like RNA and proteins)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1430" y="3473450"/>
            <a:ext cx="317119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ArialMT"/>
              </a:rPr>
              <a:t>between the nucleus and the cytoplasm.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476750"/>
            <a:ext cx="687070" cy="38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48530" y="631190"/>
            <a:ext cx="137160" cy="977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ArialMT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15560" y="580390"/>
            <a:ext cx="2915919" cy="218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OldStandardTT"/>
              </a:rPr>
              <a:t>Key Functions of the Nucleus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8530" y="946150"/>
            <a:ext cx="137160" cy="977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ArialMT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5560" y="892810"/>
            <a:ext cx="3483610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OldStandardTT"/>
              </a:rPr>
              <a:t>Storage of Genetic Material: Stores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5560" y="1209040"/>
            <a:ext cx="347726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OldStandardTT"/>
              </a:rPr>
              <a:t>the cell's DNA in the form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5560" y="1527810"/>
            <a:ext cx="13881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OldStandardTT"/>
              </a:rPr>
              <a:t>chromosomes.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8530" y="1892300"/>
            <a:ext cx="1371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ArialMT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8530" y="2208530"/>
            <a:ext cx="137160" cy="977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ArialMT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5560" y="2155190"/>
            <a:ext cx="3484880" cy="170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OldStandardTT"/>
              </a:rPr>
              <a:t>Control Cell Activities: Directs 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5560" y="2470150"/>
            <a:ext cx="3483610" cy="2120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OldStandardTT"/>
              </a:rPr>
              <a:t>metabolic (life) activities of the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5560" y="2790190"/>
            <a:ext cx="3258819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OldStandardTT"/>
              </a:rPr>
              <a:t>cell, including growth and repair.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8530" y="3154680"/>
            <a:ext cx="137160" cy="977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ArialMT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8530" y="3469640"/>
            <a:ext cx="1371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ArialMT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5560" y="3416300"/>
            <a:ext cx="3479799" cy="222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OldStandardTT"/>
              </a:rPr>
              <a:t>Cell Division: Plays a crucial role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5560" y="3736340"/>
            <a:ext cx="348361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OldStandardTT"/>
              </a:rPr>
              <a:t>in initiating and regulating 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5560" y="4051300"/>
            <a:ext cx="825500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FFFBF0"/>
                </a:solidFill>
                <a:latin typeface="OldStandardTT"/>
              </a:rPr>
              <a:t>division.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723900"/>
            <a:ext cx="3619500" cy="2660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67990" y="1847850"/>
            <a:ext cx="1865630" cy="2755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3000">
                <a:solidFill>
                  <a:srgbClr val="000000"/>
                </a:solidFill>
                <a:latin typeface="OldStandardT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